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7324389ee342d2" /><Relationship Type="http://schemas.openxmlformats.org/officeDocument/2006/relationships/extended-properties" Target="/docProps/app.xml" Id="R72d977cd9e1648ad" /><Relationship Type="http://schemas.openxmlformats.org/officeDocument/2006/relationships/officeDocument" Target="/ppt/presentation.xml" Id="Rfdc1615d2c27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9f9b909a4404a"/>
  </p:sldMasterIdLst>
  <p:notesMasterIdLst>
    <p:notesMasterId xmlns:r="http://schemas.openxmlformats.org/officeDocument/2006/relationships" r:id="Rdc2609b5c82245b7"/>
  </p:notesMasterIdLst>
  <p:sldIdLst>
    <p:sldId xmlns:r="http://schemas.openxmlformats.org/officeDocument/2006/relationships" id="256" r:id="R76d4b37b8c254ef8"/>
    <p:sldId xmlns:r="http://schemas.openxmlformats.org/officeDocument/2006/relationships" id="257" r:id="Rea84fe4877404e52"/>
    <p:sldId xmlns:r="http://schemas.openxmlformats.org/officeDocument/2006/relationships" id="258" r:id="R8d6e3886592f4c37"/>
    <p:sldId xmlns:r="http://schemas.openxmlformats.org/officeDocument/2006/relationships" id="259" r:id="R5cda35c6abad4bb0"/>
    <p:sldId xmlns:r="http://schemas.openxmlformats.org/officeDocument/2006/relationships" id="260" r:id="Redcfcfcf544a49c6"/>
    <p:sldId xmlns:r="http://schemas.openxmlformats.org/officeDocument/2006/relationships" id="261" r:id="Rb0cc7a8d51f846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6f48ea69684db4" /><Relationship Type="http://schemas.openxmlformats.org/officeDocument/2006/relationships/slideMaster" Target="/ppt/slideMasters/slideMaster1.xml" Id="Rd489f9b909a4404a" /><Relationship Type="http://schemas.openxmlformats.org/officeDocument/2006/relationships/notesMaster" Target="/ppt/notesMasters/notesMaster1.xml" Id="Rdc2609b5c82245b7" /><Relationship Type="http://schemas.openxmlformats.org/officeDocument/2006/relationships/presProps" Target="/ppt/presProps.xml" Id="Rd9400302446f4383" /><Relationship Type="http://schemas.openxmlformats.org/officeDocument/2006/relationships/tableStyles" Target="/ppt/tableStyles.xml" Id="R480c2428e90b4982" /><Relationship Type="http://schemas.openxmlformats.org/officeDocument/2006/relationships/slide" Target="/ppt/slides/slide1.xml" Id="R76d4b37b8c254ef8" /><Relationship Type="http://schemas.openxmlformats.org/officeDocument/2006/relationships/slide" Target="/ppt/slides/slide2.xml" Id="Rea84fe4877404e52" /><Relationship Type="http://schemas.openxmlformats.org/officeDocument/2006/relationships/slide" Target="/ppt/slides/slide3.xml" Id="R8d6e3886592f4c37" /><Relationship Type="http://schemas.openxmlformats.org/officeDocument/2006/relationships/slide" Target="/ppt/slides/slide4.xml" Id="R5cda35c6abad4bb0" /><Relationship Type="http://schemas.openxmlformats.org/officeDocument/2006/relationships/slide" Target="/ppt/slides/slide5.xml" Id="Redcfcfcf544a49c6" /><Relationship Type="http://schemas.openxmlformats.org/officeDocument/2006/relationships/slide" Target="/ppt/slides/slide6.xml" Id="Rb0cc7a8d51f846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6350f163b145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3c6dbe66ba4c3a" /><Relationship Type="http://schemas.openxmlformats.org/officeDocument/2006/relationships/notesMaster" Target="/ppt/notesMasters/notesMaster1.xml" Id="R1745db7334fa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bde680d49f48b6" /><Relationship Type="http://schemas.openxmlformats.org/officeDocument/2006/relationships/notesMaster" Target="/ppt/notesMasters/notesMaster1.xml" Id="R8ac1373193394e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da1dda0ae4672" /><Relationship Type="http://schemas.openxmlformats.org/officeDocument/2006/relationships/notesMaster" Target="/ppt/notesMasters/notesMaster1.xml" Id="R81f67ddde55f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7ce93a553441b" /><Relationship Type="http://schemas.openxmlformats.org/officeDocument/2006/relationships/notesMaster" Target="/ppt/notesMasters/notesMaster1.xml" Id="R77b21aa822a54f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4e07ae73f246a2" /><Relationship Type="http://schemas.openxmlformats.org/officeDocument/2006/relationships/notesMaster" Target="/ppt/notesMasters/notesMaster1.xml" Id="R09f1f30390fe42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36b832b564485f" /><Relationship Type="http://schemas.openxmlformats.org/officeDocument/2006/relationships/notesMaster" Target="/ppt/notesMasters/notesMaster1.xml" Id="Rddda4a1e814b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55168c2aa4a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2e4c0a2fc1453d" /><Relationship Type="http://schemas.openxmlformats.org/officeDocument/2006/relationships/slideLayout" Target="/ppt/slideLayouts/slideLayout1.xml" Id="Rfdda27f32a6643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da27f32a6643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085efd77d4aa1" /><Relationship Type="http://schemas.openxmlformats.org/officeDocument/2006/relationships/notesSlide" Target="/ppt/notesSlides/notesSlide1.xml" Id="R491f28e6bc4047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97dbc836a4014" /><Relationship Type="http://schemas.openxmlformats.org/officeDocument/2006/relationships/notesSlide" Target="/ppt/notesSlides/notesSlide2.xml" Id="Rccb8560ab96841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7e54e21624e30" /><Relationship Type="http://schemas.openxmlformats.org/officeDocument/2006/relationships/notesSlide" Target="/ppt/notesSlides/notesSlide3.xml" Id="Ra5227ea88d5a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2e83159bc496f" /><Relationship Type="http://schemas.openxmlformats.org/officeDocument/2006/relationships/notesSlide" Target="/ppt/notesSlides/notesSlide4.xml" Id="Rfbd6a22d0b704e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5f0411fb54fd7" /><Relationship Type="http://schemas.openxmlformats.org/officeDocument/2006/relationships/notesSlide" Target="/ppt/notesSlides/notesSlide5.xml" Id="R643065d19bac4e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40cb2e3b442eb" /><Relationship Type="http://schemas.openxmlformats.org/officeDocument/2006/relationships/notesSlide" Target="/ppt/notesSlides/notesSlide6.xml" Id="Rfed450b4ffe14d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221A8-5255-4033-BB4A-409543E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TableMate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51728-7152-40EA-BFC4-DB73BA5D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EED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EEDEA"/>
                </a:solidFill>
                <a:latin typeface="Arial"/>
                <a:ea typeface="Arial"/>
                <a:cs typeface="Arial"/>
              </a:rPr>
              <a:t>Auditable bimanual manipulation in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33A0F-BE58-44DC-A3BB-87E065D2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reproducible MuJoCo workstation for two SO-101 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05CAC-9633-4A52-8580-1098956D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2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6D2DD"/>
                </a:solidFill>
                <a:latin typeface="Arial"/>
                <a:ea typeface="Arial"/>
                <a:cs typeface="Arial"/>
              </a:rPr>
              <a:t>AI Infra Summit Hackathon  |  Online track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87317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8B0E-0ACC-4B3A-AA35-C1F04F08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EDEB3-9186-4588-95BC-91E0800C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 dinner instruction becomes inspectable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2F404-AA14-41BE-9FBC-BA74975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2838"/>
                </a:solidFill>
                <a:latin typeface="Arial"/>
                <a:ea typeface="Arial"/>
                <a:cs typeface="Arial"/>
              </a:rPr>
              <a:t>Robotic table setting fails silently when perception, contact, and coordination are hidden.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354F7-7E8A-45D8-8165-E0208EAF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TableMate keeps each decision and physical consequence visible: camera observations enter a planner, a supervisor selects a bounded skill, and MuJoCo verifies contacts and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FC218-96AA-465C-BE38-6C72A620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Operator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CDA8C-B73C-46DE-9C0A-E609332C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2838"/>
                </a:solidFill>
                <a:latin typeface="Arial"/>
                <a:ea typeface="Arial"/>
                <a:cs typeface="Arial"/>
              </a:rPr>
              <a:t>Fresh camera state</a:t>
            </a:r>
          </a:p>
          <a:p xmlns:a="http://schemas.openxmlformats.org/drawingml/2006/main">
            <a:pPr>
              <a:defRPr sz="1650" b="0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2838"/>
                </a:solidFill>
                <a:latin typeface="Arial"/>
                <a:ea typeface="Arial"/>
                <a:cs typeface="Arial"/>
              </a:rPr>
              <a:t>Task progress and stop control</a:t>
            </a:r>
          </a:p>
          <a:p xmlns:a="http://schemas.openxmlformats.org/drawingml/2006/main">
            <a:pPr>
              <a:defRPr sz="1650" b="0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2838"/>
                </a:solidFill>
                <a:latin typeface="Arial"/>
                <a:ea typeface="Arial"/>
                <a:cs typeface="Arial"/>
              </a:rPr>
              <a:t>Replayable evidence after every attempt</a:t>
            </a:r>
          </a:p>
        </p:txBody>
      </p:sp>
    </p:spTree>
    <p:extLst>
      <p:ext uri="{BB962C8B-B14F-4D97-AF65-F5344CB8AC3E}">
        <p14:creationId xmlns:p14="http://schemas.microsoft.com/office/powerpoint/2010/main" val="1386147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28AB7-B0D3-457C-B1D7-B435BB7A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B7A51-CEF6-4804-BE2B-70F91214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 layered system with clear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B842C-E4C0-49ED-8B24-99755F2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Instruction + cameras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5BD97-E6D2-42F5-B75F-C136394E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05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Vision-language planner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04C78-1CF2-4460-AFF7-070E60C4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Task supervisor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B6109-19EF-4F5F-8703-E121C4FB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ACT skill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CFD30-53E6-494E-AA38-DABBA9BD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Contact and action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B0D1C-2D02-40A8-8228-B715943F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MuJoCo: two SO-101 arms, drawer, utensils, plate, cup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73BB6-76C3-4701-B2F2-98FEDA53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supervisor owns prerequisites, arm assignment, timeouts, cancellation, recovery, and the final success decision.</a:t>
            </a:r>
          </a:p>
        </p:txBody>
      </p:sp>
    </p:spTree>
    <p:extLst>
      <p:ext uri="{BB962C8B-B14F-4D97-AF65-F5344CB8AC3E}">
        <p14:creationId xmlns:p14="http://schemas.microsoft.com/office/powerpoint/2010/main" val="1037557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4EA73-112D-41EE-AB86-A1A25020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0AC3B-BFB7-4DC7-A9D9-E849A640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Physics is part of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22FA7-FA36-417D-870B-38F2058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Contact-based manipulation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3ABF2-52DA-4ABA-AD63-E4564869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Grasps and hand-offs use MuJoCo contacts. Objects are never teleported or welded to a gripper.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87652-9169-46CB-A843-0FFE2B3B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Bounded learned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36D7A-9D48-482D-B71D-7B24998D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LeRobot ACT predicts joint targets from camera images and robot observations. Invalid, stale, and out-of-range actions are rejected.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25CA3-0136-49C2-A405-8F79FEF8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Reproducible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E1810-3298-4546-807F-82B9A0FB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Versioned contracts, run manifests, dataset lineage, recovery limits, CLI workflows, FastAPI portal, and seven lessons.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F31B9-A43F-4054-A59E-50AEE54F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Native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C8895-F0F0-4976-8D8E-6C43506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local development path uses verified ARM64 Python and keeps CPU and MPS evidence separate.</a:t>
            </a:r>
          </a:p>
        </p:txBody>
      </p:sp>
    </p:spTree>
    <p:extLst>
      <p:ext uri="{BB962C8B-B14F-4D97-AF65-F5344CB8AC3E}">
        <p14:creationId xmlns:p14="http://schemas.microsoft.com/office/powerpoint/2010/main" val="1581384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02372-8CAE-42F3-88F1-1FEB2E89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MEASURED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09FA-97E1-49E9-9966-D831E1D8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system stopped safely when the policy was unsafe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E46AC-E65F-4222-A09F-BE298D68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Teacher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814DA-19EE-4687-ABD6-8EDFF016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complete contact-based teacher layout passed with synchronized camera replay and physical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BD13E-E0E7-4A69-82FE-9B99E4C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Learned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0D171-37A0-49DC-870E-8750FD39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CPU ACT candidate completed 20,000 updates. During physical placement, the contact guard stopped at 2.537 mm workbench overlap after 381 autonomous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06836-E021-4A45-AD99-E3598331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3A408-4EBB-48F1-B044-41B41D5C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2838"/>
                </a:solidFill>
                <a:latin typeface="Arial"/>
                <a:ea typeface="Arial"/>
                <a:cs typeface="Arial"/>
              </a:rPr>
              <a:t>The run is recorded as a failure. The guard did not silently claim completion. Five corrective teacher trajectories then passed and remain separately labeled as teacher data.</a:t>
            </a:r>
          </a:p>
        </p:txBody>
      </p:sp>
    </p:spTree>
    <p:extLst>
      <p:ext uri="{BB962C8B-B14F-4D97-AF65-F5344CB8AC3E}">
        <p14:creationId xmlns:p14="http://schemas.microsoft.com/office/powerpoint/2010/main" val="2044945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F7782-E7AB-4878-9ACA-322817D6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40EA6-96B6-4000-8F8F-C672366D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Reproduce the evidence, then extend the envelope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97A2A-588D-4EB2-991A-CF2F23A2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Run locally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5C1E4-AA48-445C-9941-C78D1545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2838"/>
                </a:solidFill>
                <a:latin typeface="Arial"/>
                <a:ea typeface="Arial"/>
                <a:cs typeface="Arial"/>
              </a:rPr>
              <a:t>scripts/bootstrap.sh</a:t>
            </a:r>
          </a:p>
          <a:p xmlns:a="http://schemas.openxmlformats.org/drawingml/2006/main">
            <a:pPr>
              <a:defRPr sz="1650" b="0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2838"/>
                </a:solidFill>
                <a:latin typeface="Arial"/>
                <a:ea typeface="Arial"/>
                <a:cs typeface="Arial"/>
              </a:rPr>
              <a:t>scripts/check.sh --render</a:t>
            </a:r>
          </a:p>
          <a:p xmlns:a="http://schemas.openxmlformats.org/drawingml/2006/main">
            <a:pPr>
              <a:defRPr sz="1650" b="0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2838"/>
                </a:solidFill>
                <a:latin typeface="Arial"/>
                <a:ea typeface="Arial"/>
                <a:cs typeface="Arial"/>
              </a:rPr>
              <a:t>open the portal and replay retained 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12E09-F7D9-43BE-B1EC-32CDC543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Complete the release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4373F-ED8C-424B-BB37-7CDCFCF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Finish sealed export parity, retrain from a fresh declaration, evaluate held-out scenes, and execute the final benchmark on real Intel Core Ultra hardware.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D8A94-7B80-4868-A8ED-D535E6E9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B8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B8B0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31F6D-0C46-4822-9827-EBFE14D0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28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838"/>
                </a:solidFill>
                <a:latin typeface="Arial"/>
                <a:ea typeface="Arial"/>
                <a:cs typeface="Arial"/>
              </a:rPr>
              <a:t>github.com/lipengyuan1994/bimanual-robotic-manipulation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C52B3-13D2-428D-A86C-8589FC5B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Public lessons: lipengyuan1994.github.io/bimanual-robotic-manipulation/</a:t>
            </a:r>
          </a:p>
        </p:txBody>
      </p:sp>
    </p:spTree>
    <p:extLst>
      <p:ext uri="{BB962C8B-B14F-4D97-AF65-F5344CB8AC3E}">
        <p14:creationId xmlns:p14="http://schemas.microsoft.com/office/powerpoint/2010/main" val="1221178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2026-09-16T14:06:35.9080000Z</dcterms:created>
  <dcterms:modified xsi:type="dcterms:W3CDTF">2026-09-16T14:06:35.9080000Z</dcterms:modified>
</coreProperties>
</file>